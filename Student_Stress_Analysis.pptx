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Mental Stress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simple system to analyze student stress levels based on daily activities.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often face stress due to academics, lack of sleep, and workload.</a:t>
            </a:r>
          </a:p>
          <a:p>
            <a:r>
              <a:t>This system helps analyze stress levels.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student stress</a:t>
            </a:r>
          </a:p>
          <a:p>
            <a:r>
              <a:t>• Provide awareness</a:t>
            </a:r>
          </a:p>
          <a:p>
            <a:r>
              <a:t>• Suggest improvements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Study Hours</a:t>
            </a:r>
          </a:p>
          <a:p>
            <a:r>
              <a:t>• Sleep Hours</a:t>
            </a:r>
          </a:p>
          <a:p>
            <a:r>
              <a:t>• Assignments</a:t>
            </a:r>
          </a:p>
          <a:p>
            <a:r>
              <a:t>• Social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Collect input → Evaluate conditions → Calculate score → Classify stress level → Display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Stress Score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parameter is given a score (1–3).</a:t>
            </a:r>
          </a:p>
          <a:p>
            <a:r>
              <a:t>Total score = sum of all parameters.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Stress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Low: ≤ 5</a:t>
            </a:r>
          </a:p>
          <a:p>
            <a:r>
              <a:t>• Moderate: 6–9</a:t>
            </a:r>
          </a:p>
          <a:p>
            <a:r>
              <a:t>• High: &gt;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Input data</a:t>
            </a:r>
          </a:p>
          <a:p>
            <a:r>
              <a:t>Step 2: Calculate score</a:t>
            </a:r>
          </a:p>
          <a:p>
            <a:r>
              <a:t>Step 3: Display stress level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stress score and level with suggestions for improvement.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Helps students understand stress and encourages better habits.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